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71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515" autoAdjust="0"/>
    <p:restoredTop sz="94660"/>
  </p:normalViewPr>
  <p:slideViewPr>
    <p:cSldViewPr>
      <p:cViewPr varScale="1">
        <p:scale>
          <a:sx n="121" d="100"/>
          <a:sy n="121" d="100"/>
        </p:scale>
        <p:origin x="132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F942B-1346-455E-96AC-CA112F74B37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6AE8A-9186-434C-A2DF-8F35936387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95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Tm="4000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cademics-e1295985248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438400"/>
            <a:ext cx="6468666" cy="1295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5400" b="1" i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5400" b="1" i="1" u="sng" dirty="0" smtClean="0">
                <a:latin typeface="Times New Roman" pitchFamily="18" charset="0"/>
                <a:cs typeface="Times New Roman" pitchFamily="18" charset="0"/>
              </a:rPr>
              <a:t>ACADEMICS</a:t>
            </a:r>
            <a:endParaRPr lang="en-US" sz="54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 advTm="400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21383">
            <a:off x="950048" y="757669"/>
            <a:ext cx="3852605" cy="4801807"/>
          </a:xfrm>
          <a:prstGeom prst="rect">
            <a:avLst/>
          </a:prstGeom>
        </p:spPr>
      </p:pic>
    </p:spTree>
  </p:cSld>
  <p:clrMapOvr>
    <a:masterClrMapping/>
  </p:clrMapOvr>
  <p:transition spd="slow" advTm="400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" y="402336"/>
            <a:ext cx="7668768" cy="6053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Picture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7668768" cy="6053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Picture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7668768" cy="6053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 advTm="4000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</Words>
  <Application>Microsoft Office PowerPoint</Application>
  <PresentationFormat>On-screen Show (4:3)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        ACADEMICS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ACADEMICS</dc:title>
  <dc:creator>Let'sRock</dc:creator>
  <cp:lastModifiedBy>Vice-Chancellor</cp:lastModifiedBy>
  <cp:revision>39</cp:revision>
  <dcterms:created xsi:type="dcterms:W3CDTF">2006-08-16T00:00:00Z</dcterms:created>
  <dcterms:modified xsi:type="dcterms:W3CDTF">2026-10-14T05:56:06Z</dcterms:modified>
</cp:coreProperties>
</file>